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9" autoAdjust="0"/>
    <p:restoredTop sz="94660"/>
  </p:normalViewPr>
  <p:slideViewPr>
    <p:cSldViewPr snapToGrid="0">
      <p:cViewPr varScale="1">
        <p:scale>
          <a:sx n="61" d="100"/>
          <a:sy n="61" d="100"/>
        </p:scale>
        <p:origin x="39" y="23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4027777777777778"/>
          <c:y val="0.11342592592592593"/>
          <c:w val="0.81388888888888888"/>
          <c:h val="0.77314814814814814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5BAF-4744-B1B5-26758CDE872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5BAF-4744-B1B5-26758CDE872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5BAF-4744-B1B5-26758CDE872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5BAF-4744-B1B5-26758CDE872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9-5BAF-4744-B1B5-26758CDE872A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B-5BAF-4744-B1B5-26758CDE872A}"/>
              </c:ext>
            </c:extLst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D-5BAF-4744-B1B5-26758CDE872A}"/>
              </c:ext>
            </c:extLst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F-5BAF-4744-B1B5-26758CDE872A}"/>
              </c:ext>
            </c:extLst>
          </c:dPt>
          <c:dPt>
            <c:idx val="8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11-5BAF-4744-B1B5-26758CDE872A}"/>
              </c:ext>
            </c:extLst>
          </c:dPt>
          <c:dPt>
            <c:idx val="9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13-5BAF-4744-B1B5-26758CDE872A}"/>
              </c:ext>
            </c:extLst>
          </c:dPt>
          <c:dLbls>
            <c:dLbl>
              <c:idx val="0"/>
              <c:spPr>
                <a:solidFill>
                  <a:prstClr val="white">
                    <a:alpha val="75000"/>
                  </a:prstClr>
                </a:solidFill>
                <a:ln w="9525"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1-5BAF-4744-B1B5-26758CDE872A}"/>
                </c:ext>
              </c:extLst>
            </c:dLbl>
            <c:dLbl>
              <c:idx val="1"/>
              <c:spPr>
                <a:solidFill>
                  <a:prstClr val="white">
                    <a:alpha val="75000"/>
                  </a:prstClr>
                </a:solidFill>
                <a:ln w="9525"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3-5BAF-4744-B1B5-26758CDE872A}"/>
                </c:ext>
              </c:extLst>
            </c:dLbl>
            <c:dLbl>
              <c:idx val="2"/>
              <c:tx>
                <c:rich>
                  <a:bodyPr rot="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F6C4E181-CC61-4F2D-81B2-FB9958DEE174}" type="CATEGORYNAME">
                      <a:rPr lang="en-US"/>
                      <a:pPr>
                        <a:defRPr/>
                      </a:pPr>
                      <a:t>[CATEGORY NAME]</a:t>
                    </a:fld>
                    <a:r>
                      <a:rPr lang="en-US" baseline="0"/>
                      <a:t>
</a:t>
                    </a:r>
                  </a:p>
                </c:rich>
              </c:tx>
              <c:spPr>
                <a:solidFill>
                  <a:prstClr val="white">
                    <a:alpha val="75000"/>
                  </a:prstClr>
                </a:solidFill>
                <a:ln w="9525"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5BAF-4744-B1B5-26758CDE872A}"/>
                </c:ext>
              </c:extLst>
            </c:dLbl>
            <c:dLbl>
              <c:idx val="3"/>
              <c:layout>
                <c:manualLayout>
                  <c:x val="-5.5715279846501486E-2"/>
                  <c:y val="-0.13605568315745836"/>
                </c:manualLayout>
              </c:layout>
              <c:tx>
                <c:rich>
                  <a:bodyPr rot="0" spcFirstLastPara="1" vertOverflow="clip" horzOverflow="clip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dk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588804D-CAA0-4255-B03C-79117066859D}" type="CATEGORYNAME">
                      <a:rPr lang="en-US" dirty="0"/>
                      <a:pPr>
                        <a:defRPr/>
                      </a:pPr>
                      <a:t>[CATEGORY NAME]</a:t>
                    </a:fld>
                    <a:r>
                      <a:rPr lang="en-US" baseline="0" dirty="0"/>
                      <a:t>
</a:t>
                    </a:r>
                  </a:p>
                </c:rich>
              </c:tx>
              <c:spPr>
                <a:solidFill>
                  <a:prstClr val="white">
                    <a:alpha val="75000"/>
                  </a:prstClr>
                </a:solidFill>
                <a:ln w="9525"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  <c15:layout>
                    <c:manualLayout>
                      <c:w val="4.019227528670051E-2"/>
                      <c:h val="6.5309382124977555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5BAF-4744-B1B5-26758CDE872A}"/>
                </c:ext>
              </c:extLst>
            </c:dLbl>
            <c:dLbl>
              <c:idx val="4"/>
              <c:spPr>
                <a:solidFill>
                  <a:prstClr val="white">
                    <a:alpha val="75000"/>
                  </a:prstClr>
                </a:solidFill>
                <a:ln w="9525"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9-5BAF-4744-B1B5-26758CDE872A}"/>
                </c:ext>
              </c:extLst>
            </c:dLbl>
            <c:dLbl>
              <c:idx val="5"/>
              <c:spPr>
                <a:solidFill>
                  <a:prstClr val="white">
                    <a:alpha val="75000"/>
                  </a:prstClr>
                </a:solidFill>
                <a:ln w="9525"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B-5BAF-4744-B1B5-26758CDE872A}"/>
                </c:ext>
              </c:extLst>
            </c:dLbl>
            <c:dLbl>
              <c:idx val="6"/>
              <c:spPr>
                <a:solidFill>
                  <a:prstClr val="white">
                    <a:alpha val="75000"/>
                  </a:prstClr>
                </a:solidFill>
                <a:ln w="9525"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D-5BAF-4744-B1B5-26758CDE872A}"/>
                </c:ext>
              </c:extLst>
            </c:dLbl>
            <c:dLbl>
              <c:idx val="7"/>
              <c:spPr>
                <a:solidFill>
                  <a:prstClr val="white">
                    <a:alpha val="75000"/>
                  </a:prstClr>
                </a:solidFill>
                <a:ln w="9525"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0F-5BAF-4744-B1B5-26758CDE872A}"/>
                </c:ext>
              </c:extLst>
            </c:dLbl>
            <c:dLbl>
              <c:idx val="8"/>
              <c:spPr>
                <a:solidFill>
                  <a:prstClr val="white">
                    <a:alpha val="75000"/>
                  </a:prstClr>
                </a:solidFill>
                <a:ln w="9525"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11-5BAF-4744-B1B5-26758CDE872A}"/>
                </c:ext>
              </c:extLst>
            </c:dLbl>
            <c:dLbl>
              <c:idx val="9"/>
              <c:spPr>
                <a:solidFill>
                  <a:prstClr val="white">
                    <a:alpha val="75000"/>
                  </a:prstClr>
                </a:solidFill>
                <a:ln w="9525">
                  <a:solidFill>
                    <a:prstClr val="black">
                      <a:lumMod val="25000"/>
                      <a:lumOff val="75000"/>
                    </a:prstClr>
                  </a:solidFill>
                </a:ln>
                <a:effectLst/>
              </c:spPr>
              <c:txPr>
                <a:bodyPr rot="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wedgeRectCallout">
                      <a:avLst/>
                    </a:prstGeom>
                    <a:noFill/>
                    <a:ln>
                      <a:noFill/>
                    </a:ln>
                  </c15:spPr>
                </c:ext>
                <c:ext xmlns:c16="http://schemas.microsoft.com/office/drawing/2014/chart" uri="{C3380CC4-5D6E-409C-BE32-E72D297353CC}">
                  <c16:uniqueId val="{00000013-5BAF-4744-B1B5-26758CDE872A}"/>
                </c:ext>
              </c:extLst>
            </c:dLbl>
            <c:spPr>
              <a:solidFill>
                <a:schemeClr val="lt1">
                  <a:alpha val="75000"/>
                </a:schemeClr>
              </a:solidFill>
              <a:ln w="9525">
                <a:solidFill>
                  <a:schemeClr val="dk1">
                    <a:lumMod val="25000"/>
                    <a:lumOff val="75000"/>
                  </a:scheme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val>
            <c:numRef>
              <c:f>Sheet1!$B$1:$B$10</c:f>
              <c:numCache>
                <c:formatCode>General</c:formatCode>
                <c:ptCount val="1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BAF-4744-B1B5-26758CDE872A}"/>
            </c:ext>
          </c:extLst>
        </c:ser>
        <c:dLbls>
          <c:dLblPos val="inEnd"/>
          <c:showLegendKey val="0"/>
          <c:showVal val="0"/>
          <c:showCatName val="1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rawing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0.4</cdr:x>
      <cdr:y>0.33333</cdr:y>
    </cdr:from>
    <cdr:to>
      <cdr:x>0.6</cdr:x>
      <cdr:y>0.66667</cdr:y>
    </cdr:to>
    <cdr:sp macro="" textlink="">
      <cdr:nvSpPr>
        <cdr:cNvPr id="3" name="TextBox 2">
          <a:extLst xmlns:a="http://schemas.openxmlformats.org/drawingml/2006/main">
            <a:ext uri="{FF2B5EF4-FFF2-40B4-BE49-F238E27FC236}">
              <a16:creationId xmlns:a16="http://schemas.microsoft.com/office/drawing/2014/main" id="{346DAC06-DFE6-BED8-70A3-DBE6F0390202}"/>
            </a:ext>
          </a:extLst>
        </cdr:cNvPr>
        <cdr:cNvSpPr txBox="1"/>
      </cdr:nvSpPr>
      <cdr:spPr>
        <a:xfrm xmlns:a="http://schemas.openxmlformats.org/drawingml/2006/main">
          <a:off x="1828800" y="91440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en-US" sz="1100" kern="1200"/>
        </a:p>
      </cdr:txBody>
    </cdr:sp>
  </cdr:relSizeAnchor>
  <cdr:relSizeAnchor xmlns:cdr="http://schemas.openxmlformats.org/drawingml/2006/chartDrawing">
    <cdr:from>
      <cdr:x>0.05677</cdr:x>
      <cdr:y>0.66667</cdr:y>
    </cdr:from>
    <cdr:to>
      <cdr:x>0.25677</cdr:x>
      <cdr:y>1</cdr:y>
    </cdr:to>
    <cdr:sp macro="" textlink="">
      <cdr:nvSpPr>
        <cdr:cNvPr id="6" name="TextBox 5">
          <a:extLst xmlns:a="http://schemas.openxmlformats.org/drawingml/2006/main">
            <a:ext uri="{FF2B5EF4-FFF2-40B4-BE49-F238E27FC236}">
              <a16:creationId xmlns:a16="http://schemas.microsoft.com/office/drawing/2014/main" id="{9ED3DC18-0105-2227-1145-EAC044623ADE}"/>
            </a:ext>
          </a:extLst>
        </cdr:cNvPr>
        <cdr:cNvSpPr txBox="1"/>
      </cdr:nvSpPr>
      <cdr:spPr>
        <a:xfrm xmlns:a="http://schemas.openxmlformats.org/drawingml/2006/main">
          <a:off x="259556" y="2547938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endParaRPr lang="en-US" sz="1100" kern="1200"/>
        </a:p>
      </cdr:txBody>
    </cdr:sp>
  </cdr:relSizeAnchor>
  <cdr:relSizeAnchor xmlns:cdr="http://schemas.openxmlformats.org/drawingml/2006/chartDrawing">
    <cdr:from>
      <cdr:x>0.5</cdr:x>
      <cdr:y>0.33739</cdr:y>
    </cdr:from>
    <cdr:to>
      <cdr:x>0.59413</cdr:x>
      <cdr:y>0.47863</cdr:y>
    </cdr:to>
    <cdr:pic>
      <cdr:nvPicPr>
        <cdr:cNvPr id="8" name="chart">
          <a:extLst xmlns:a="http://schemas.openxmlformats.org/drawingml/2006/main">
            <a:ext uri="{FF2B5EF4-FFF2-40B4-BE49-F238E27FC236}">
              <a16:creationId xmlns:a16="http://schemas.microsoft.com/office/drawing/2014/main" id="{FF93C96C-46E0-95D3-DF85-5F3BF12FDF1A}"/>
            </a:ext>
          </a:extLst>
        </cdr:cNvPr>
        <cdr:cNvPicPr>
          <a:picLocks xmlns:a="http://schemas.openxmlformats.org/drawingml/2006/main" noChangeAspect="1"/>
        </cdr:cNvPicPr>
      </cdr:nvPicPr>
      <cdr:blipFill>
        <a:blip xmlns:a="http://schemas.openxmlformats.org/drawingml/2006/main" xmlns:r="http://schemas.openxmlformats.org/officeDocument/2006/relationships" r:embed="rId1"/>
        <a:stretch xmlns:a="http://schemas.openxmlformats.org/drawingml/2006/main">
          <a:fillRect/>
        </a:stretch>
      </cdr:blipFill>
      <cdr:spPr>
        <a:xfrm xmlns:a="http://schemas.openxmlformats.org/drawingml/2006/main">
          <a:off x="4575419" y="2003346"/>
          <a:ext cx="861408" cy="838640"/>
        </a:xfrm>
        <a:prstGeom xmlns:a="http://schemas.openxmlformats.org/drawingml/2006/main" prst="rect">
          <a:avLst/>
        </a:prstGeom>
      </cdr:spPr>
    </cdr:pic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5D281-AB73-4A40-9897-1A5EA60365AD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8CDB8C-6B01-4A76-A154-7C33201C77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685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8CDB8C-6B01-4A76-A154-7C33201C772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138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6F58-6547-B2DB-75E8-FD16DE7DEB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EF44FE-D806-98F1-899F-8D9E060397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4C8B1B-80C7-28CD-0F70-FB259920E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54746-F91D-E542-A643-3EEBCA3BB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62D80-2FB0-6935-C9C9-1A10CBDB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15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9CBA2-0315-1132-4A9A-4BE29E0B1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37D38-C1EA-8E01-6149-42886A649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FF351-B464-7D07-FA75-1E5CBBC9C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71409-031B-438C-99E6-50B3170A1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A4F9A-FD60-173F-915A-9DDC89D93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04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D4C82-6B33-6FFC-1277-D7E875B91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8E715-D288-BB05-4294-725C409E7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0AE0EE-5054-EE37-5530-8214B41E1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45EBA-BAF7-CC7C-710F-9FC3C4F26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B5F0C-F115-4FC1-1C2C-4AE354F34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7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EC88E-B62C-E625-6211-CCC0949AF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9BEE1-4FAF-B6DF-2901-3195DFD54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E34662-6D2A-73F9-A9A6-DAB21F6FBD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11DF3-3B6F-BBE2-4E79-515BA27B0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FEFBD-9EDA-FA56-99A2-80407F13E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8D79B-32FC-3297-8124-CCD4F5D1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58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6DA1B-57AA-81B9-4454-FBF18C2A6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E49A1-AC60-7C38-E53B-C14ADB37B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A1536C-1C7F-5E71-F1F0-7246C30F7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AEF40C-AEB2-008B-BCB3-024749AF7D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0C2360-FAA6-CB83-A3BD-F632A755E0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0684B6-B692-2BFD-BAF1-2266792A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516DA-2547-C0D2-57EE-AEB7914C4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A0D638-4BE4-F856-4A27-BAFDD75C7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32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1396D-91DB-66FB-4EE8-90A663D9F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04043A-818D-4B2D-8FFB-742F0D2F2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3D9736-8E4A-EEE5-09F8-F5F5C59B6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90AB35-037F-1C3A-03E7-7F6595914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759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249825-AD31-F953-2C04-8662A012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052AA7-DFDE-A892-B795-8E2F9311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7DBF0-FA5F-6E91-8227-7DB903B66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94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3109F-36CB-4471-1544-0BF5A7AF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BDB7-2D84-3A40-42FC-B7148D9AB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2EDE6-00E8-A370-326A-06D891A087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1B988E-16DB-77A7-9E1C-53DA8AF3F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68EAD-D25B-A9E8-5253-253958E20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F91699-AA6E-414B-5FAA-6AFAED89B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5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CE61-847C-7BC1-6131-DC57D5E87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971EC1-1C0D-4560-5B05-04648343B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F9F4C3-4349-3A19-5189-3F45C0881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EFBD3-B21D-4183-56E8-1E90EBA40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CB806-3B33-5E29-CBFA-C78369180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00191C-2685-013A-F6B8-D3E14E6B7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512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570D0-13EA-792C-B197-9C66EEEB3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9BCCC-17E2-0973-C9F5-04142D16B4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2A40A-FCC1-315E-4D37-2F8302486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F07CC-339B-2E02-BFB3-C908BB26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06DDD-199B-4A04-A00B-FAD05FD2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874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43AE59-D014-ED0A-35F3-F3D07650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C5F1A-052F-11E8-D3EA-81E87ADB2C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8045A-081E-6A2A-A81E-01487514E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4CF018-30F5-066B-4048-882961888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4FC3C5-F46F-0688-D5C5-E02FB0FAA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410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D3D59A-8DBA-8194-04BA-9DEF3455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EDF35-087C-5F54-F083-4480AB908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24B1A-7C85-2E66-18E5-6B9AC272C1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5DC5AA-9735-4EB7-B821-E6A1A7ABB160}" type="datetimeFigureOut">
              <a:rPr lang="en-US" smtClean="0"/>
              <a:t>10/9/2025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958D3-FAD0-6F23-756F-C31C30B91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036A2-7768-A2AE-53D7-8D1A740C1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DFC7D4-0FD7-41BA-88B8-85A10BD47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21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134DA925-8C43-A533-BC39-26AD45D032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5779204"/>
              </p:ext>
            </p:extLst>
          </p:nvPr>
        </p:nvGraphicFramePr>
        <p:xfrm>
          <a:off x="747193" y="258039"/>
          <a:ext cx="9150838" cy="5937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25232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xit" presetSubtype="3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8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8" presetClass="emp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4" grpId="1">
        <p:bldAsOne/>
      </p:bldGraphic>
      <p:bldGraphic spid="4" grpId="2">
        <p:bldAsOne/>
      </p:bldGraphic>
      <p:bldGraphic spid="4" grpId="3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08539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5</Words>
  <Application>Microsoft Office PowerPoint</Application>
  <PresentationFormat>Widescreen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Gülfiz POYRAZ</dc:creator>
  <cp:lastModifiedBy>Gülfiz POYRAZ</cp:lastModifiedBy>
  <cp:revision>1</cp:revision>
  <dcterms:created xsi:type="dcterms:W3CDTF">2025-10-09T18:28:08Z</dcterms:created>
  <dcterms:modified xsi:type="dcterms:W3CDTF">2025-10-09T19:11:41Z</dcterms:modified>
</cp:coreProperties>
</file>